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320040" cy="66934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 ·  ZIEKENHUIS CASUS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2 Review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Afspraken plannen voor zwangere ouders — voortgang &amp; oplevering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5943600" cy="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035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Ahmad200ali · ShivrajVs · romanized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Joshua Mohanlal · Jussttttt · nebi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0" y="53035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Oplevering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user stories afgerond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95360" y="53035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april 2026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met Product Owner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WAT WILDEN WE BEREIKEN?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Sprintdoel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Ziekenhuis Casus  ·  Sprint 2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71055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github.com/romanized/Ziekenhuis-Casus-Project-B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werkend prototype van het afsprakensysteem opleveren,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waarin alle vier de rollen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(ouder, planner, dokter, admin) end-to-end kunnen inloggen, navigeren en hun kerntaken uitvoeren.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Must-have backlog is volledig dichtgetimmerd; de twee Should-have stories zijn meegenomen omdat ze naadloos aansluiten op de Parent-flow.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0" y="1691640"/>
            <a:ext cx="109728" cy="1234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42048" y="1691640"/>
            <a:ext cx="4462272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2011680"/>
            <a:ext cx="59436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366760" y="18562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/ 9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366760" y="23500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user stories opgeleverd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132320" y="3108960"/>
            <a:ext cx="109728" cy="1234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42048" y="3108960"/>
            <a:ext cx="4462272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3429000"/>
            <a:ext cx="594360" cy="5943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366760" y="32735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rollen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366760" y="37673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· Planner · Dokter · Admin werkend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132320" y="4526280"/>
            <a:ext cx="109728" cy="1234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242048" y="4526280"/>
            <a:ext cx="4462272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4846320"/>
            <a:ext cx="594360" cy="5943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66760" y="46908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8366760" y="51846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menu → kerntaak → logout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KENGETALLEN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2 in cijfers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Ziekenhuis Casus  ·  Sprint 2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71055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github.com/romanized/Ziekenhuis-Casus-Project-B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0868" y="1828800"/>
            <a:ext cx="2606040" cy="2834640"/>
          </a:xfrm>
          <a:prstGeom prst="rect">
            <a:avLst/>
          </a:prstGeom>
          <a:solidFill>
            <a:srgbClr val="0F3047"/>
          </a:solidFill>
          <a:ln w="12700">
            <a:solidFill>
              <a:srgbClr val="0F3047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0868" y="1828800"/>
            <a:ext cx="2606040" cy="109728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568" y="219456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0868" y="2926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6400" dirty="0"/>
          </a:p>
        </p:txBody>
      </p:sp>
      <p:sp>
        <p:nvSpPr>
          <p:cNvPr id="12" name="Text 9"/>
          <p:cNvSpPr/>
          <p:nvPr/>
        </p:nvSpPr>
        <p:spPr>
          <a:xfrm>
            <a:off x="723748" y="3886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opgeleverd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75508" y="1828800"/>
            <a:ext cx="2606040" cy="2834640"/>
          </a:xfrm>
          <a:prstGeom prst="rect">
            <a:avLst/>
          </a:prstGeom>
          <a:solidFill>
            <a:srgbClr val="0F3047"/>
          </a:solidFill>
          <a:ln w="12700">
            <a:solidFill>
              <a:srgbClr val="0F3047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75508" y="1828800"/>
            <a:ext cx="2606040" cy="109728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208" y="219456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75508" y="2926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6400" dirty="0"/>
          </a:p>
        </p:txBody>
      </p:sp>
      <p:sp>
        <p:nvSpPr>
          <p:cNvPr id="17" name="Text 13"/>
          <p:cNvSpPr/>
          <p:nvPr/>
        </p:nvSpPr>
        <p:spPr>
          <a:xfrm>
            <a:off x="3558388" y="3886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&amp; PR's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210148" y="1828800"/>
            <a:ext cx="2606040" cy="2834640"/>
          </a:xfrm>
          <a:prstGeom prst="rect">
            <a:avLst/>
          </a:prstGeom>
          <a:solidFill>
            <a:srgbClr val="0F3047"/>
          </a:solidFill>
          <a:ln w="12700">
            <a:solidFill>
              <a:srgbClr val="0F3047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0148" y="1828800"/>
            <a:ext cx="2606040" cy="109728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48" y="219456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0148" y="2926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6400" dirty="0"/>
          </a:p>
        </p:txBody>
      </p:sp>
      <p:sp>
        <p:nvSpPr>
          <p:cNvPr id="22" name="Text 17"/>
          <p:cNvSpPr/>
          <p:nvPr/>
        </p:nvSpPr>
        <p:spPr>
          <a:xfrm>
            <a:off x="6393028" y="3886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Teamleden met commits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44788" y="1828800"/>
            <a:ext cx="2606040" cy="2834640"/>
          </a:xfrm>
          <a:prstGeom prst="rect">
            <a:avLst/>
          </a:prstGeom>
          <a:solidFill>
            <a:srgbClr val="0F3047"/>
          </a:solidFill>
          <a:ln w="12700">
            <a:solidFill>
              <a:srgbClr val="0F3047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044788" y="1828800"/>
            <a:ext cx="2606040" cy="109728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3488" y="2194560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44788" y="2926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6400" dirty="0"/>
          </a:p>
        </p:txBody>
      </p:sp>
      <p:sp>
        <p:nvSpPr>
          <p:cNvPr id="27" name="Text 21"/>
          <p:cNvSpPr/>
          <p:nvPr/>
        </p:nvSpPr>
        <p:spPr>
          <a:xfrm>
            <a:off x="9227668" y="3886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stories voltooid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Must-have user stories zijn deze sprint afgerond en in 'Done / Testen' gezet.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Bron: GitHub-repository  ·  romanized/Ziekenhuis-Casus-Project-B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9 STORIES VOLTOOID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Opgeleverde Must-have user stories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Ziekenhuis Casus  ·  Sprint 2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71055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github.com/romanized/Ziekenhuis-Casus-Project-B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931920"/>
                <a:gridCol w="1005840"/>
                <a:gridCol w="3657600"/>
                <a:gridCol w="100584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Bewijs (branch / commit)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 inzien om afspraak te reserveren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create-doctor-agenda · PR #6/#7/#8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Dokter en planner aanmaken voor nieuwe medewerker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feature/admin-parentmenu · PR #5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Inloggen als ouder voor toegang tot account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UserLogin.cs · 5a87190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Actieve / eerstvolgende afspraak zien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As-a-parent... · PR #4 · 486bda0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Nieuwe ruimte toevoegen voor planning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feature/AddRoom · 71b8cc7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Registreren zodat ik kan inloggen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fixingResgisterForm · PR #9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Uitloggen zodat anderen geen toegang krijgen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AddLogout · 91e1977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Inloggen met credentials om afspraken te plannen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UserLogin.cs · 5a87190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van de ruimtes zien (vrij/bezet)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PlannerMenu.ShowRoomStatus · 5215ef0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Must-have stories staan in 'Done / Testen' op het Product Backlog-bord.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EXTRA OPGELEVERD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Should-haves &amp; doorlopend werk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Ziekenhuis Casus  ·  Sprint 2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71055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github.com/romanized/Ziekenhuis-Casus-Project-B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Should-have user stories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109728" cy="1234440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240280"/>
            <a:ext cx="521208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377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3774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zien om de applicatie te navigeren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880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· 5ecd2bb 'Parent menu met navigatie'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2651760"/>
            <a:ext cx="411480" cy="4114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48640" y="3657600"/>
            <a:ext cx="109728" cy="1234440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3657600"/>
            <a:ext cx="521208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68680" y="3794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#11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417320" y="37947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Reservering inzien om goed geïnformeerd te zijn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17320" y="4297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· 3ccb2e6 'afspraken meer detail'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4069080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263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werk (technische verbeteringen)</a:t>
            </a:r>
            <a:endParaRPr lang="en-US" sz="16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28600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58000" y="2240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&amp; form-validatie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858000" y="2532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#10 · register-validatie + wachtwoord met * gemaskeerd</a:t>
            </a:r>
            <a:endParaRPr lang="en-US" sz="10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7180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58000" y="2926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SQLite-koppeling robuuster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858000" y="3218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Foreign-key flag + connection-string fixes (5127b79, 52a00ec)</a:t>
            </a:r>
            <a:endParaRPr lang="en-US" sz="10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65760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858000" y="3611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Doctor-agenda iteratief uitgebreid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6858000" y="3904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#6/#7/#8 · meerdere agenda-iteraties tot 'Finished agenda'</a:t>
            </a:r>
            <a:endParaRPr lang="en-US" sz="105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434340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0" y="4297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Admin-menu gekoppeld aan login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858000" y="4590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Rol-routing in UserLogin.Start (admin/planner/dokter/ouder)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WAT WERKT VANDAAG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end-to-end flows per rol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Ziekenhuis Casus  ·  Sprint 2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71055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github.com/romanized/Ziekenhuis-Casus-Project-B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2560" y="1600200"/>
            <a:ext cx="2743200" cy="960120"/>
          </a:xfrm>
          <a:prstGeom prst="rect">
            <a:avLst/>
          </a:prstGeom>
          <a:solidFill>
            <a:srgbClr val="0F3047"/>
          </a:solidFill>
          <a:ln w="12700">
            <a:solidFill>
              <a:srgbClr val="0F3047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2560" y="2560320"/>
            <a:ext cx="2743200" cy="3611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880" y="184708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1240" y="1847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Ouder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36880" y="2788920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88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3980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Registreren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6880" y="3355848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688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39800" y="3355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Inloggen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36880" y="3922776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6880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39800" y="39227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navigeren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36880" y="4489704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6880" y="4489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39800" y="4489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Afspraak inzien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36880" y="5056632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6880" y="5056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39800" y="5056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Uitloggen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270352" y="1600200"/>
            <a:ext cx="2743200" cy="960120"/>
          </a:xfrm>
          <a:prstGeom prst="rect">
            <a:avLst/>
          </a:prstGeom>
          <a:solidFill>
            <a:srgbClr val="0F3047"/>
          </a:solidFill>
          <a:ln w="12700">
            <a:solidFill>
              <a:srgbClr val="0F3047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70352" y="2560320"/>
            <a:ext cx="2743200" cy="3611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672" y="1847088"/>
            <a:ext cx="457200" cy="4572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139032" y="1847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Planner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3544672" y="2788920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544672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4047592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Inloggen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3544672" y="3355848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544672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4047592" y="3355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openen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3544672" y="3922776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544672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4047592" y="39227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Afspraak aanmaken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3544672" y="4489704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544672" y="4489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4047592" y="4489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Kamerstatus VRIJ/BEZET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3544672" y="5056632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544672" y="5056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4047592" y="5056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Uitloggen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6178144" y="1600200"/>
            <a:ext cx="2743200" cy="960120"/>
          </a:xfrm>
          <a:prstGeom prst="rect">
            <a:avLst/>
          </a:prstGeom>
          <a:solidFill>
            <a:srgbClr val="0F3047"/>
          </a:solidFill>
          <a:ln w="12700">
            <a:solidFill>
              <a:srgbClr val="0F3047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6178144" y="2560320"/>
            <a:ext cx="2743200" cy="3611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464" y="1847088"/>
            <a:ext cx="457200" cy="457200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7046824" y="1847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Dokter</a:t>
            </a:r>
            <a:endParaRPr lang="en-US" sz="2200" dirty="0"/>
          </a:p>
        </p:txBody>
      </p:sp>
      <p:sp>
        <p:nvSpPr>
          <p:cNvPr id="50" name="Shape 45"/>
          <p:cNvSpPr/>
          <p:nvPr/>
        </p:nvSpPr>
        <p:spPr>
          <a:xfrm>
            <a:off x="6452464" y="2788920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452464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Text 47"/>
          <p:cNvSpPr/>
          <p:nvPr/>
        </p:nvSpPr>
        <p:spPr>
          <a:xfrm>
            <a:off x="6955384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Inloggen</a:t>
            </a:r>
            <a:endParaRPr lang="en-US" sz="1200" dirty="0"/>
          </a:p>
        </p:txBody>
      </p:sp>
      <p:sp>
        <p:nvSpPr>
          <p:cNvPr id="53" name="Shape 48"/>
          <p:cNvSpPr/>
          <p:nvPr/>
        </p:nvSpPr>
        <p:spPr>
          <a:xfrm>
            <a:off x="6452464" y="3355848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6452464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5" name="Text 50"/>
          <p:cNvSpPr/>
          <p:nvPr/>
        </p:nvSpPr>
        <p:spPr>
          <a:xfrm>
            <a:off x="6955384" y="3355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afspraak</a:t>
            </a:r>
            <a:endParaRPr lang="en-US" sz="1200" dirty="0"/>
          </a:p>
        </p:txBody>
      </p:sp>
      <p:sp>
        <p:nvSpPr>
          <p:cNvPr id="56" name="Shape 51"/>
          <p:cNvSpPr/>
          <p:nvPr/>
        </p:nvSpPr>
        <p:spPr>
          <a:xfrm>
            <a:off x="6452464" y="3922776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6452464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Text 53"/>
          <p:cNvSpPr/>
          <p:nvPr/>
        </p:nvSpPr>
        <p:spPr>
          <a:xfrm>
            <a:off x="6955384" y="39227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afspraken</a:t>
            </a:r>
            <a:endParaRPr lang="en-US" sz="1200" dirty="0"/>
          </a:p>
        </p:txBody>
      </p:sp>
      <p:sp>
        <p:nvSpPr>
          <p:cNvPr id="59" name="Shape 54"/>
          <p:cNvSpPr/>
          <p:nvPr/>
        </p:nvSpPr>
        <p:spPr>
          <a:xfrm>
            <a:off x="6452464" y="4489704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6452464" y="4489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1" name="Text 56"/>
          <p:cNvSpPr/>
          <p:nvPr/>
        </p:nvSpPr>
        <p:spPr>
          <a:xfrm>
            <a:off x="6955384" y="4489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Dagagenda bladeren</a:t>
            </a:r>
            <a:endParaRPr lang="en-US" sz="1200" dirty="0"/>
          </a:p>
        </p:txBody>
      </p:sp>
      <p:sp>
        <p:nvSpPr>
          <p:cNvPr id="62" name="Shape 57"/>
          <p:cNvSpPr/>
          <p:nvPr/>
        </p:nvSpPr>
        <p:spPr>
          <a:xfrm>
            <a:off x="6452464" y="5056632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6452464" y="5056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4" name="Text 59"/>
          <p:cNvSpPr/>
          <p:nvPr/>
        </p:nvSpPr>
        <p:spPr>
          <a:xfrm>
            <a:off x="6955384" y="5056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Uitloggen</a:t>
            </a:r>
            <a:endParaRPr lang="en-US" sz="1200" dirty="0"/>
          </a:p>
        </p:txBody>
      </p:sp>
      <p:sp>
        <p:nvSpPr>
          <p:cNvPr id="65" name="Shape 60"/>
          <p:cNvSpPr/>
          <p:nvPr/>
        </p:nvSpPr>
        <p:spPr>
          <a:xfrm>
            <a:off x="9085936" y="1600200"/>
            <a:ext cx="2743200" cy="960120"/>
          </a:xfrm>
          <a:prstGeom prst="rect">
            <a:avLst/>
          </a:prstGeom>
          <a:solidFill>
            <a:srgbClr val="0F3047"/>
          </a:solidFill>
          <a:ln w="12700">
            <a:solidFill>
              <a:srgbClr val="0F3047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sp>
        <p:nvSpPr>
          <p:cNvPr id="66" name="Shape 61"/>
          <p:cNvSpPr/>
          <p:nvPr/>
        </p:nvSpPr>
        <p:spPr>
          <a:xfrm>
            <a:off x="9085936" y="2560320"/>
            <a:ext cx="2743200" cy="3611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6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0256" y="1847088"/>
            <a:ext cx="457200" cy="457200"/>
          </a:xfrm>
          <a:prstGeom prst="rect">
            <a:avLst/>
          </a:prstGeom>
        </p:spPr>
      </p:pic>
      <p:sp>
        <p:nvSpPr>
          <p:cNvPr id="68" name="Text 62"/>
          <p:cNvSpPr/>
          <p:nvPr/>
        </p:nvSpPr>
        <p:spPr>
          <a:xfrm>
            <a:off x="9954616" y="1847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2200" dirty="0"/>
          </a:p>
        </p:txBody>
      </p:sp>
      <p:sp>
        <p:nvSpPr>
          <p:cNvPr id="69" name="Shape 63"/>
          <p:cNvSpPr/>
          <p:nvPr/>
        </p:nvSpPr>
        <p:spPr>
          <a:xfrm>
            <a:off x="9360256" y="2788920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70" name="Text 64"/>
          <p:cNvSpPr/>
          <p:nvPr/>
        </p:nvSpPr>
        <p:spPr>
          <a:xfrm>
            <a:off x="9360256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1" name="Text 65"/>
          <p:cNvSpPr/>
          <p:nvPr/>
        </p:nvSpPr>
        <p:spPr>
          <a:xfrm>
            <a:off x="9863176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Inloggen</a:t>
            </a:r>
            <a:endParaRPr lang="en-US" sz="1200" dirty="0"/>
          </a:p>
        </p:txBody>
      </p:sp>
      <p:sp>
        <p:nvSpPr>
          <p:cNvPr id="72" name="Shape 66"/>
          <p:cNvSpPr/>
          <p:nvPr/>
        </p:nvSpPr>
        <p:spPr>
          <a:xfrm>
            <a:off x="9360256" y="3355848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73" name="Text 67"/>
          <p:cNvSpPr/>
          <p:nvPr/>
        </p:nvSpPr>
        <p:spPr>
          <a:xfrm>
            <a:off x="9360256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4" name="Text 68"/>
          <p:cNvSpPr/>
          <p:nvPr/>
        </p:nvSpPr>
        <p:spPr>
          <a:xfrm>
            <a:off x="9863176" y="3355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Dokter aanmaken</a:t>
            </a:r>
            <a:endParaRPr lang="en-US" sz="1200" dirty="0"/>
          </a:p>
        </p:txBody>
      </p:sp>
      <p:sp>
        <p:nvSpPr>
          <p:cNvPr id="75" name="Shape 69"/>
          <p:cNvSpPr/>
          <p:nvPr/>
        </p:nvSpPr>
        <p:spPr>
          <a:xfrm>
            <a:off x="9360256" y="3922776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76" name="Text 70"/>
          <p:cNvSpPr/>
          <p:nvPr/>
        </p:nvSpPr>
        <p:spPr>
          <a:xfrm>
            <a:off x="9360256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7" name="Text 71"/>
          <p:cNvSpPr/>
          <p:nvPr/>
        </p:nvSpPr>
        <p:spPr>
          <a:xfrm>
            <a:off x="9863176" y="39227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aanmaken</a:t>
            </a:r>
            <a:endParaRPr lang="en-US" sz="1200" dirty="0"/>
          </a:p>
        </p:txBody>
      </p:sp>
      <p:sp>
        <p:nvSpPr>
          <p:cNvPr id="78" name="Shape 72"/>
          <p:cNvSpPr/>
          <p:nvPr/>
        </p:nvSpPr>
        <p:spPr>
          <a:xfrm>
            <a:off x="9360256" y="4489704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79" name="Text 73"/>
          <p:cNvSpPr/>
          <p:nvPr/>
        </p:nvSpPr>
        <p:spPr>
          <a:xfrm>
            <a:off x="9360256" y="4489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0" name="Text 74"/>
          <p:cNvSpPr/>
          <p:nvPr/>
        </p:nvSpPr>
        <p:spPr>
          <a:xfrm>
            <a:off x="9863176" y="4489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Ruimte toevoegen</a:t>
            </a:r>
            <a:endParaRPr lang="en-US" sz="1200" dirty="0"/>
          </a:p>
        </p:txBody>
      </p:sp>
      <p:sp>
        <p:nvSpPr>
          <p:cNvPr id="81" name="Shape 75"/>
          <p:cNvSpPr/>
          <p:nvPr/>
        </p:nvSpPr>
        <p:spPr>
          <a:xfrm>
            <a:off x="9360256" y="5056632"/>
            <a:ext cx="365760" cy="36576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82" name="Text 76"/>
          <p:cNvSpPr/>
          <p:nvPr/>
        </p:nvSpPr>
        <p:spPr>
          <a:xfrm>
            <a:off x="9360256" y="5056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83" name="Text 77"/>
          <p:cNvSpPr/>
          <p:nvPr/>
        </p:nvSpPr>
        <p:spPr>
          <a:xfrm>
            <a:off x="9863176" y="5056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Uitloggen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HOE IS HET GEBOUWD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Architectuur &amp; techniekstack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Ziekenhuis Casus  ·  Sprint 2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71055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github.com/romanized/Ziekenhuis-Casus-Project-B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Lagenarchitectuur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109728" cy="9601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148840"/>
            <a:ext cx="6748272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5603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Console-UI: Menu · UserLogin · ParentMenu · PlannerMenu · DoctorMenu · AdminMenu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77640" y="310896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3246120"/>
            <a:ext cx="109728" cy="9601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246120"/>
            <a:ext cx="6748272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365760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Bedrijfsregels: UserLogic (login, register, employee aanmaken)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77640" y="420624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4343400"/>
            <a:ext cx="109728" cy="9601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343400"/>
            <a:ext cx="6748272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DataAccess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475488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Dapper-repositories: UserAccess · RoomAccess · DoctorAccess · ReservationAccess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77640" y="530352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" y="5440680"/>
            <a:ext cx="109728" cy="9601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5440680"/>
            <a:ext cx="6748272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5532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DataSources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" y="58521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SQLite: project.db (gekopieerd naar output bij build)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63840" y="1691640"/>
            <a:ext cx="3931920" cy="4754880"/>
          </a:xfrm>
          <a:prstGeom prst="rect">
            <a:avLst/>
          </a:prstGeom>
          <a:solidFill>
            <a:srgbClr val="0F3047"/>
          </a:solidFill>
          <a:ln w="12700">
            <a:solidFill>
              <a:srgbClr val="0F3047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63840" y="1691640"/>
            <a:ext cx="3931920" cy="109728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1965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22960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12 · nullable + implicit usings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0" y="30906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418320" y="30906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· Console App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0" y="36210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418320" y="36210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DataSources/project.db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0" y="41513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418320" y="415137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 2.1.66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0" y="46817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418320" y="4681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Microsoft.Data.Sqlite 7.0.20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0" y="5212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418320" y="5212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Gelaagd (Presentation → Logic → DataAccess → DataSources)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0" y="57424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418320" y="57424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romanized/Ziekenhuis-Casus-Project-B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RETROSPECTIEF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ging goed &amp; aandachtspunten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Ziekenhuis Casus  ·  Sprint 2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71055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github.com/romanized/Ziekenhuis-Casus-Project-B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8640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423160"/>
            <a:ext cx="5486400" cy="38404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56232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18562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ging goed</a:t>
            </a:r>
            <a:endParaRPr lang="en-US" sz="1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517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6060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Must-have stories deze sprint afgerond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9184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246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Branch-per-feature werkflow met PR's: 6 PR's gemerged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3192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38862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Duidelijke gelaagde architectuur (Presentation / Logic / DataAccess)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572000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5880" y="45262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Rol-gebaseerde routing werkt voor alle 4 rollen</a:t>
            </a:r>
            <a:endParaRPr lang="en-US" sz="13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212080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325880" y="51663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Refactor-momenten ingeplande PR's (#9, #10) — geen dead code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6355080" y="1691640"/>
            <a:ext cx="548640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355080" y="2423160"/>
            <a:ext cx="5486400" cy="38404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1856232"/>
            <a:ext cx="411480" cy="4114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223760" y="18562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Aandachtspunten</a:t>
            </a:r>
            <a:endParaRPr lang="en-US" sz="18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2651760"/>
            <a:ext cx="292608" cy="29260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132320" y="26060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geautomatiseerde tests — /test-map is leeg</a:t>
            </a:r>
            <a:endParaRPr lang="en-US" sz="13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0" y="3291840"/>
            <a:ext cx="292608" cy="29260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7132320" y="3246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Wachtwoorden plain-text in DB — hashing nodig</a:t>
            </a:r>
            <a:endParaRPr lang="en-US" sz="13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120" y="3931920"/>
            <a:ext cx="292608" cy="29260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7132320" y="38862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E-mailvalidatie te beperkt (alleen .com)</a:t>
            </a:r>
            <a:endParaRPr lang="en-US" sz="13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120" y="4572000"/>
            <a:ext cx="292608" cy="292608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7132320" y="45262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in connection string staan op False</a:t>
            </a:r>
            <a:endParaRPr lang="en-US" sz="130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5120" y="5212080"/>
            <a:ext cx="292608" cy="292608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7132320" y="51663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UI-strings mengen Nederlands en Engels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WAT VOLGT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Restwerk &amp; voorstel voor Sprint 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Ziekenhuis Casus  ·  Sprint 2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71055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github.com/romanized/Ziekenhuis-Casus-Project-B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Must-have backlog is leeg. Voor Sprint 3 stellen we voor om te focussen op kwaliteit, beveiliging en uitbreiding van de planner-functionaliteit.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09728" cy="16916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468880"/>
            <a:ext cx="3593592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74320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2697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Geautomatiseerde tests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33375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xUnit-project opzetten; unit tests voor UserLogic en ReservationAccess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34840" y="2468880"/>
            <a:ext cx="109728" cy="16916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44568" y="2468880"/>
            <a:ext cx="3593592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74320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03520" y="2697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Wachtwoord-hashing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54880" y="33375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of PBKDF2 toepassen i.p.v. plain-text vergelijking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321040" y="2468880"/>
            <a:ext cx="109728" cy="16916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30768" y="2468880"/>
            <a:ext cx="3593592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74320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189720" y="2697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aanzetten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641080" y="33375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strings op 'Foreign Keys=True' + DB-migratie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4343400"/>
            <a:ext cx="109728" cy="16916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58368" y="4343400"/>
            <a:ext cx="3593592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1772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17320" y="4572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Afspraak bewerken/annuleren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868680" y="5212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Edit- en cancel-flow voor planner; doctor-flow uitbreiden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434840" y="4343400"/>
            <a:ext cx="109728" cy="16916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544568" y="4343400"/>
            <a:ext cx="3593592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617720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303520" y="4572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Conflict-detectie agenda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4754880" y="5212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Overlap-check op duur i.p.v. exacte datetime-match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321040" y="4343400"/>
            <a:ext cx="109728" cy="16916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430768" y="4343400"/>
            <a:ext cx="3593592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25400" dir="5400000">
              <a:srgbClr val="0F3047">
                <a:alpha val="10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4617720"/>
            <a:ext cx="411480" cy="4114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189720" y="4572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Taal- &amp; UI-consistentie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8641080" y="5212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UI-strings naar Nederlands; resource file overwegen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0" y="21945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Vragen?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3840480" y="3566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Bedankt voor jullie tijd — we kijken uit naar de feedback van de Product Owner.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164592"/>
            <a:ext cx="320040" cy="60533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A2233"/>
          </a:solidFill>
          <a:ln w="12700">
            <a:solidFill>
              <a:srgbClr val="0A22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217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Review  ·  Ziekenhuis Casus Project B  ·  github.com/romanized/Ziekenhuis-Casus-Project-B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Ziekenhuis Casus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2 Review</dc:title>
  <dc:subject>PptxGenJS Presentation</dc:subject>
  <dc:creator>Ziekenhuis Casus — Project B</dc:creator>
  <cp:lastModifiedBy>Ziekenhuis Casus — Project B</cp:lastModifiedBy>
  <cp:revision>1</cp:revision>
  <dcterms:created xsi:type="dcterms:W3CDTF">2026-04-23T10:21:50Z</dcterms:created>
  <dcterms:modified xsi:type="dcterms:W3CDTF">2026-04-23T10:21:50Z</dcterms:modified>
</cp:coreProperties>
</file>